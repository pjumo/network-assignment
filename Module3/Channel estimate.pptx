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61" r:id="rId4"/>
    <p:sldId id="262" r:id="rId5"/>
    <p:sldId id="266" r:id="rId6"/>
    <p:sldId id="263" r:id="rId7"/>
    <p:sldId id="264" r:id="rId8"/>
    <p:sldId id="267" r:id="rId9"/>
    <p:sldId id="265" r:id="rId10"/>
    <p:sldId id="268" r:id="rId11"/>
    <p:sldId id="258" r:id="rId12"/>
    <p:sldId id="26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686" y="77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presProps" Target="presProps.xml"  /><Relationship Id="rId15" Type="http://schemas.openxmlformats.org/officeDocument/2006/relationships/viewProps" Target="viewProps.xml"  /><Relationship Id="rId16" Type="http://schemas.openxmlformats.org/officeDocument/2006/relationships/theme" Target="theme/theme1.xml"  /><Relationship Id="rId17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84A5C6-8DB8-BF0F-7B93-0B578A1E5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D07EF3-B1C7-27E3-E2B7-586C7ECEF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B9DBDB-A664-E0E6-4550-5418DC0C0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3247D-BD7D-47A8-A6EE-114DDD7BCC8B}" type="datetimeFigureOut">
              <a:rPr lang="ko-KR" altLang="en-US" smtClean="0"/>
              <a:t>2023-06-02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C708BC-B563-9BAD-EF63-3540A4BFF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848100-463D-B8CD-BD3D-524817533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4818-D744-42B3-97D7-ECEF63EC6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829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B2E33B-0B98-9ACF-2EA4-3A09858B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7AC20A-63EA-74B1-F064-DC6D00D47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D87345-ECB4-6243-8B71-65D4A3D0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3247D-BD7D-47A8-A6EE-114DDD7BCC8B}" type="datetimeFigureOut">
              <a:rPr lang="ko-KR" altLang="en-US" smtClean="0"/>
              <a:t>2023-06-02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E0CB21-8443-7176-69B5-F61FC709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743973-47D1-BE38-B7FE-DF938D19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4818-D744-42B3-97D7-ECEF63EC6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431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85114D-87AA-DE43-E576-13E89CFE9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7AF116-0DE0-3AAA-0023-CE8F767EE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F03E6F-60D7-FEB9-4A68-5D37E0A36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3247D-BD7D-47A8-A6EE-114DDD7BCC8B}" type="datetimeFigureOut">
              <a:rPr lang="ko-KR" altLang="en-US" smtClean="0"/>
              <a:t>2023-06-02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EB8EBF-2E6D-3F6F-2D3E-4EA0357E7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C79B9E-8305-0DBE-C4DB-70FA7264A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4818-D744-42B3-97D7-ECEF63EC6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357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27BAE8-C687-3E2B-F935-CDD8C7975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417625-A370-0DB9-552A-314B72D05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B9DB4E-831E-6911-43C5-450F72312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CAE3D9-3E8E-E18D-989D-94B39669F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3247D-BD7D-47A8-A6EE-114DDD7BCC8B}" type="datetimeFigureOut">
              <a:rPr lang="ko-KR" altLang="en-US" smtClean="0"/>
              <a:t>2023-06-02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B50077-A437-4B3A-CC09-F5772E8F4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13E2BB-D39F-3E95-B3D2-18FB682D3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4818-D744-42B3-97D7-ECEF63EC6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10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B6DF38-BB47-D0D0-2445-F5F05663E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9A0319-4278-A7D5-7731-30CB384B3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0D1A71-124C-F4C5-E126-FCC787FD0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122414-15EB-6B51-FAA2-FB78FD80C9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8A4D84C-B4E8-D394-7632-415E210D76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C050F52-5961-E85A-7EA3-5BACC5776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3247D-BD7D-47A8-A6EE-114DDD7BCC8B}" type="datetimeFigureOut">
              <a:rPr lang="ko-KR" altLang="en-US" smtClean="0"/>
              <a:t>2023-06-02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2871B4-E3AF-AC92-7F81-46D87204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228B3B7-242D-117D-A163-7A11D317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4818-D744-42B3-97D7-ECEF63EC6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28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34F9C4-C812-DAC2-5346-5E3BF1B68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08E332A-CC0E-447D-DD55-4E9413B27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3247D-BD7D-47A8-A6EE-114DDD7BCC8B}" type="datetimeFigureOut">
              <a:rPr lang="ko-KR" altLang="en-US" smtClean="0"/>
              <a:t>2023-06-02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F3E7B4-02C6-4B02-53DA-6BAB19A46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4BF041-25C0-E5C8-5B31-FD5DDE930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4818-D744-42B3-97D7-ECEF63EC6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80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77FC57-48F3-E3F9-DF4A-5D0858AF3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3247D-BD7D-47A8-A6EE-114DDD7BCC8B}" type="datetimeFigureOut">
              <a:rPr lang="ko-KR" altLang="en-US" smtClean="0"/>
              <a:t>2023-06-02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9AD98EF-C91E-C389-2243-732CA323D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575CE4-047C-B440-1F65-B2B4049D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4818-D744-42B3-97D7-ECEF63EC6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78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CA2BD5-FABD-1DFA-00CB-104C8477B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ACFA89-C0B8-D9D8-3618-9E1C77205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2E903B-799F-E0ED-EBE9-20DBF9644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16B2FF-D3C5-5529-2FF2-DD6EB42EF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3247D-BD7D-47A8-A6EE-114DDD7BCC8B}" type="datetimeFigureOut">
              <a:rPr lang="ko-KR" altLang="en-US" smtClean="0"/>
              <a:t>2023-06-02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D9F12B-1D0E-6C74-9E9D-8947D180C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C2AD97-436F-4C92-5CC9-F333022E1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4818-D744-42B3-97D7-ECEF63EC6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031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97BCAE-F79A-D460-F6C7-DA318B398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D4A30EA-52A0-39D4-F8EC-1BD317356D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84DAC1-1DD1-9C70-7448-E712FB14E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39F021-9C6A-FBBF-B212-6791E1246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3247D-BD7D-47A8-A6EE-114DDD7BCC8B}" type="datetimeFigureOut">
              <a:rPr lang="ko-KR" altLang="en-US" smtClean="0"/>
              <a:t>2023-06-02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FA4A10-A8D4-E01C-9C02-3B7C08341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3773F2-465B-C84F-5490-2AA4AB21D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4818-D744-42B3-97D7-ECEF63EC6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46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19B3-4879-DCDB-49B5-1A097BB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39251A-7D5F-1EAF-1628-AB7EB73D7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5813C6-8B1F-985F-D10B-C40CD48B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3247D-BD7D-47A8-A6EE-114DDD7BCC8B}" type="datetimeFigureOut">
              <a:rPr lang="ko-KR" altLang="en-US" smtClean="0"/>
              <a:t>2023-06-02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908DC2-8E98-4255-7562-1108C303C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2286FA-7BDD-4C66-62D7-023D678A0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4818-D744-42B3-97D7-ECEF63EC6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161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32C25D6-DD74-651E-C132-E47E36CE7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8F2EBF-BEE3-244C-CB9A-78DF18412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ADC42F-1510-08DA-BAC4-4358880D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3247D-BD7D-47A8-A6EE-114DDD7BCC8B}" type="datetimeFigureOut">
              <a:rPr lang="ko-KR" altLang="en-US" smtClean="0"/>
              <a:t>2023-06-02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05B196-5262-4DD6-C945-B33DF3F21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A45DDE-9B35-842F-6886-058E36FBF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4818-D744-42B3-97D7-ECEF63EC6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426608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AE309F0-55CC-5939-6F37-60C99A201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E6FBDA-989D-7111-C0DB-F7C14C8D0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E044AF-5CB2-DF7B-2231-8924EC6EB1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3247D-BD7D-47A8-A6EE-114DDD7BCC8B}" type="datetimeFigureOut">
              <a:rPr lang="ko-KR" altLang="en-US" smtClean="0"/>
              <a:t>2023-06-02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13EF54-A191-5D25-1FAB-392B85243C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CC7243-F121-9BB1-E999-EEA3EEB40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44818-D744-42B3-97D7-ECEF63EC6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346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Relationship Id="rId3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png"  /><Relationship Id="rId3" Type="http://schemas.openxmlformats.org/officeDocument/2006/relationships/image" Target="../media/image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Relationship Id="rId3" Type="http://schemas.openxmlformats.org/officeDocument/2006/relationships/image" Target="../media/image11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4.png"  /><Relationship Id="rId3" Type="http://schemas.openxmlformats.org/officeDocument/2006/relationships/image" Target="../media/image15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image" Target="../media/image1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0.png"  /><Relationship Id="rId3" Type="http://schemas.openxmlformats.org/officeDocument/2006/relationships/image" Target="../media/image21.png"  /><Relationship Id="rId4" Type="http://schemas.openxmlformats.org/officeDocument/2006/relationships/image" Target="../media/image22.png"  /><Relationship Id="rId5" Type="http://schemas.openxmlformats.org/officeDocument/2006/relationships/image" Target="../media/image23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073739-66B8-2FC9-8003-D13937C744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Channel estimate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CC1BCCB-82C7-A74E-FED5-83FF661190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ko-KR" dirty="0"/>
              <a:t>1</a:t>
            </a:r>
            <a:r>
              <a:rPr lang="ko-KR" altLang="en-US" dirty="0"/>
              <a:t>조</a:t>
            </a:r>
          </a:p>
        </p:txBody>
      </p:sp>
    </p:spTree>
    <p:extLst>
      <p:ext uri="{BB962C8B-B14F-4D97-AF65-F5344CB8AC3E}">
        <p14:creationId xmlns:p14="http://schemas.microsoft.com/office/powerpoint/2010/main" val="3288125865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38200" y="198437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BPSK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366167" y="729816"/>
            <a:ext cx="1551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Only Noise</a:t>
            </a: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42308" y="1518971"/>
            <a:ext cx="4953691" cy="3820058"/>
          </a:xfrm>
          <a:prstGeom prst="rect">
            <a:avLst/>
          </a:prstGeom>
        </p:spPr>
      </p:pic>
      <p:sp>
        <p:nvSpPr>
          <p:cNvPr id="8" name="TextBox 4"/>
          <p:cNvSpPr txBox="1"/>
          <p:nvPr/>
        </p:nvSpPr>
        <p:spPr>
          <a:xfrm>
            <a:off x="6623627" y="4202473"/>
            <a:ext cx="2729345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13.5dB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이후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error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갯수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0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90894561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38200" y="198437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BPSK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357221" y="739738"/>
            <a:ext cx="2729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Simulated Channel</a:t>
            </a: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14840" y="1509444"/>
            <a:ext cx="4887007" cy="383911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377436" y="1518971"/>
            <a:ext cx="4953691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584337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38200" y="198437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BPSK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353522" y="739737"/>
            <a:ext cx="34874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Estimated Channel magnitude</a:t>
            </a: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73185" y="1528497"/>
            <a:ext cx="4829849" cy="380100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418722" y="1528497"/>
            <a:ext cx="4791743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56031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38200" y="198437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BPSK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353522" y="739737"/>
            <a:ext cx="3487455" cy="363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simulated vs estimated</a:t>
            </a:r>
            <a:endParaRPr lang="en-US" altLang="ko-KR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418722" y="1528497"/>
            <a:ext cx="4791743" cy="380100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79937" y="1518971"/>
            <a:ext cx="4953691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754483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38200" y="198437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QPSK</a:t>
            </a:r>
            <a:endParaRPr lang="en-US" altLang="ko-KR"/>
          </a:p>
        </p:txBody>
      </p:sp>
      <p:sp>
        <p:nvSpPr>
          <p:cNvPr id="4" name="TextBox 3"/>
          <p:cNvSpPr txBox="1"/>
          <p:nvPr/>
        </p:nvSpPr>
        <p:spPr>
          <a:xfrm>
            <a:off x="2137963" y="5522082"/>
            <a:ext cx="2137100" cy="363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Only Noise - BER</a:t>
            </a:r>
            <a:endParaRPr lang="en-US" altLang="ko-KR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36600" y="1543050"/>
            <a:ext cx="4962525" cy="37719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540897" y="1504950"/>
            <a:ext cx="4924425" cy="3848100"/>
          </a:xfrm>
          <a:prstGeom prst="rect">
            <a:avLst/>
          </a:prstGeom>
        </p:spPr>
      </p:pic>
      <p:sp>
        <p:nvSpPr>
          <p:cNvPr id="11" name="TextBox 3"/>
          <p:cNvSpPr txBox="1"/>
          <p:nvPr/>
        </p:nvSpPr>
        <p:spPr>
          <a:xfrm>
            <a:off x="8124426" y="5525655"/>
            <a:ext cx="2137100" cy="3636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Only Noise - SER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182007323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38200" y="198437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QPSK</a:t>
            </a:r>
            <a:endParaRPr lang="en-US" altLang="ko-KR"/>
          </a:p>
        </p:txBody>
      </p:sp>
      <p:sp>
        <p:nvSpPr>
          <p:cNvPr id="5" name="TextBox 4"/>
          <p:cNvSpPr txBox="1"/>
          <p:nvPr/>
        </p:nvSpPr>
        <p:spPr>
          <a:xfrm>
            <a:off x="2357221" y="739738"/>
            <a:ext cx="3215517" cy="363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Simulated Channel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BER</a:t>
            </a:r>
            <a:endParaRPr lang="en-US" altLang="ko-KR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85018" y="1533525"/>
            <a:ext cx="4867275" cy="379095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449616" y="1528762"/>
            <a:ext cx="48291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196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38200" y="198437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QPSK</a:t>
            </a:r>
            <a:endParaRPr lang="en-US" altLang="ko-KR"/>
          </a:p>
        </p:txBody>
      </p:sp>
      <p:sp>
        <p:nvSpPr>
          <p:cNvPr id="5" name="TextBox 4"/>
          <p:cNvSpPr txBox="1"/>
          <p:nvPr/>
        </p:nvSpPr>
        <p:spPr>
          <a:xfrm>
            <a:off x="2357221" y="739738"/>
            <a:ext cx="3215517" cy="363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Simulated Channel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SER</a:t>
            </a:r>
            <a:endParaRPr lang="en-US" altLang="ko-KR"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52102" y="1519237"/>
            <a:ext cx="4791075" cy="3819525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567091" y="1504950"/>
            <a:ext cx="4752975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726124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38200" y="198437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QPSK</a:t>
            </a:r>
            <a:endParaRPr lang="en-US" altLang="ko-KR"/>
          </a:p>
        </p:txBody>
      </p:sp>
      <p:sp>
        <p:nvSpPr>
          <p:cNvPr id="6" name="TextBox 5"/>
          <p:cNvSpPr txBox="1"/>
          <p:nvPr/>
        </p:nvSpPr>
        <p:spPr>
          <a:xfrm>
            <a:off x="2353522" y="739737"/>
            <a:ext cx="5154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Estimated Channel magnitude - BER</a:t>
            </a:r>
            <a:endParaRPr lang="en-US" altLang="ko-KR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9716" y="1524000"/>
            <a:ext cx="4895850" cy="3810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460728" y="1524000"/>
            <a:ext cx="488632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13684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38200" y="198437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QPSK</a:t>
            </a:r>
            <a:endParaRPr lang="en-US" altLang="ko-KR"/>
          </a:p>
        </p:txBody>
      </p:sp>
      <p:sp>
        <p:nvSpPr>
          <p:cNvPr id="6" name="TextBox 5"/>
          <p:cNvSpPr txBox="1"/>
          <p:nvPr/>
        </p:nvSpPr>
        <p:spPr>
          <a:xfrm>
            <a:off x="2353522" y="739737"/>
            <a:ext cx="5154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Estimated Channel magnitude - SER</a:t>
            </a:r>
            <a:endParaRPr lang="en-US" altLang="ko-KR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33846" y="1523999"/>
            <a:ext cx="4867275" cy="38100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685359" y="1514475"/>
            <a:ext cx="495300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91083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xmlns:mc="http://schemas.openxmlformats.org/markup-compatibility/2006" xmlns:a14="http://schemas.microsoft.com/office/drawing/2010/main" mc:Ignorable="a14 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4E5A51F-0C40-BD91-6A3F-9768D1A490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Estimated Channel magnitude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741576" y="1548138"/>
                <a:ext cx="1184563" cy="374526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14:m xmlns:m="http://schemas.openxmlformats.org/officeDocument/2006/math">
                  <m:oMathPara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의</m:t>
                      </m:r>
                      <m:r>
                        <a:rPr lang="ko-KR" altLang="en-US" dirty="0"/>
                        <m:t xml:space="preserve"> 값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"/>
              <p:cNvSpPr txBox="1"/>
              <p:nvPr/>
            </p:nvSpPr>
            <p:spPr>
              <a:xfrm>
                <a:off x="2741576" y="1548138"/>
                <a:ext cx="1184563" cy="37452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8236311" y="1538217"/>
                <a:ext cx="1184563" cy="374526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14:m xmlns:m="http://schemas.openxmlformats.org/officeDocument/2006/math">
                  <m:oMathPara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추</m:t>
                      </m:r>
                      <m:r>
                        <a:rPr lang="ko-KR" altLang="en-US" dirty="0"/>
                        <m:t>정 값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"/>
              <p:cNvSpPr txBox="1"/>
              <p:nvPr/>
            </p:nvSpPr>
            <p:spPr>
              <a:xfrm>
                <a:off x="8236311" y="1538217"/>
                <a:ext cx="1184563" cy="37452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</p:sp>
        </mc:Fallback>
      </mc:AlternateContent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99318" y="2070496"/>
            <a:ext cx="4876800" cy="38481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445250" y="2045890"/>
            <a:ext cx="485775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387119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 txBox="1">
            <a:spLocks noGrp="1"/>
          </p:cNvSpPr>
          <p:nvPr>
            <p:ph type="title" idx="0"/>
          </p:nvPr>
        </p:nvSpPr>
        <p:spPr>
          <a:xfrm>
            <a:off x="838200" y="678180"/>
            <a:ext cx="1051560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Estimated Channel magnitude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4"/>
              <p:cNvSpPr txBox="1"/>
              <p:nvPr/>
            </p:nvSpPr>
            <p:spPr>
              <a:xfrm>
                <a:off x="2741576" y="1548138"/>
                <a:ext cx="1009650" cy="43815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 xmlns:m="http://schemas.openxmlformats.org/officeDocument/2006/math" xmlns:mc="http://schemas.openxmlformats.org/markup-compatibility/2006" xmlns:ho="http://schemas.haansoft.com/office/8.0" mc:Ignorable="ho" ho:hncCreate="1">
                  <m:oMathPara>
                    <m:oMath xmlns:m="http://schemas.openxmlformats.org/officeDocument/2006/math">
                      <m:sSub>
                        <m:sSubPr>
                          <m:ctrlPr>
                            <a:rPr sz="1800" b="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1800" b="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sz="1800" b="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</m:sSub>
                      <m:r>
                        <a:rPr sz="1800" i="1">
                          <a:latin typeface="Cambria Math"/>
                        </a:rPr>
                        <m:t>의</m:t>
                      </m:r>
                      <m:r>
                        <a:rPr sz="1800"/>
                        <m:t xml:space="preserve"> 값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" name=""/>
              <p:cNvSpPr txBox="1"/>
              <p:nvPr/>
            </p:nvSpPr>
            <p:spPr>
              <a:xfrm>
                <a:off x="2741576" y="1548138"/>
                <a:ext cx="1009650" cy="4381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5"/>
              <p:cNvSpPr txBox="1"/>
              <p:nvPr/>
            </p:nvSpPr>
            <p:spPr>
              <a:xfrm>
                <a:off x="8236311" y="1538217"/>
                <a:ext cx="1238250" cy="43815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 xmlns:m="http://schemas.openxmlformats.org/officeDocument/2006/math" xmlns:mc="http://schemas.openxmlformats.org/markup-compatibility/2006" xmlns:ho="http://schemas.haansoft.com/office/8.0" mc:Ignorable="ho" ho:hncCreate="1">
                  <m:oMathPara>
                    <m:oMath xmlns:m="http://schemas.openxmlformats.org/officeDocument/2006/math">
                      <m:sSub>
                        <m:sSubPr>
                          <m:ctrlPr>
                            <a:rPr sz="1800" b="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1800" b="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sz="1800" b="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</m:sSub>
                      <m:r>
                        <a:rPr sz="1800" i="1">
                          <a:latin typeface="Cambria Math"/>
                        </a:rPr>
                        <m:t>추</m:t>
                      </m:r>
                      <m:r>
                        <a:rPr sz="1800"/>
                        <m:t>정 값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"/>
              <p:cNvSpPr txBox="1"/>
              <p:nvPr/>
            </p:nvSpPr>
            <p:spPr>
              <a:xfrm>
                <a:off x="8236311" y="1538217"/>
                <a:ext cx="1238250" cy="4381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</p:sp>
        </mc:Fallback>
      </mc:AlternateContent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43768" y="2009775"/>
            <a:ext cx="4867275" cy="37909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223000" y="2010172"/>
            <a:ext cx="490537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64015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57</ep:Words>
  <ep:PresentationFormat>와이드스크린</ep:PresentationFormat>
  <ep:Paragraphs>24</ep:Paragraphs>
  <ep:Slides>12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ep:HeadingPairs>
  <ep:TitlesOfParts>
    <vt:vector size="13" baseType="lpstr">
      <vt:lpstr>Office 테마</vt:lpstr>
      <vt:lpstr>Channel estimate</vt:lpstr>
      <vt:lpstr>BPSK</vt:lpstr>
      <vt:lpstr>BPSK</vt:lpstr>
      <vt:lpstr>BPSK</vt:lpstr>
      <vt:lpstr>BPSK</vt:lpstr>
      <vt:lpstr>QPSK</vt:lpstr>
      <vt:lpstr>QPSK</vt:lpstr>
      <vt:lpstr>QPSK</vt:lpstr>
      <vt:lpstr>QPSK</vt:lpstr>
      <vt:lpstr>QPSK</vt:lpstr>
      <vt:lpstr>Estimated Channel magnitude</vt:lpstr>
      <vt:lpstr>Estimated Channel magnitude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2023-06-02T07:36:37.000</dcterms:created>
  <dc:creator>철훈 윤</dc:creator>
  <cp:lastModifiedBy>parkj</cp:lastModifiedBy>
  <dcterms:modified xsi:type="dcterms:W3CDTF">2023-06-03T20:58:58.746</dcterms:modified>
  <cp:revision>21</cp:revision>
  <dc:title>Channel estimate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